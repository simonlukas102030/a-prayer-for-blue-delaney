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478"/>
    <a:srgbClr val="232323"/>
    <a:srgbClr val="FAA605"/>
    <a:srgbClr val="E246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16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86A5-42DB-4A20-888A-010FDA4F1A5A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114A-B7EF-45EB-88E4-F32A2B6A1D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452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86A5-42DB-4A20-888A-010FDA4F1A5A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114A-B7EF-45EB-88E4-F32A2B6A1D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478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86A5-42DB-4A20-888A-010FDA4F1A5A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114A-B7EF-45EB-88E4-F32A2B6A1D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494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86A5-42DB-4A20-888A-010FDA4F1A5A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114A-B7EF-45EB-88E4-F32A2B6A1D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7332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86A5-42DB-4A20-888A-010FDA4F1A5A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114A-B7EF-45EB-88E4-F32A2B6A1D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208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86A5-42DB-4A20-888A-010FDA4F1A5A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114A-B7EF-45EB-88E4-F32A2B6A1D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3562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86A5-42DB-4A20-888A-010FDA4F1A5A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114A-B7EF-45EB-88E4-F32A2B6A1D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0597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86A5-42DB-4A20-888A-010FDA4F1A5A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114A-B7EF-45EB-88E4-F32A2B6A1D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7212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86A5-42DB-4A20-888A-010FDA4F1A5A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114A-B7EF-45EB-88E4-F32A2B6A1D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2263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86A5-42DB-4A20-888A-010FDA4F1A5A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114A-B7EF-45EB-88E4-F32A2B6A1D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0773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86A5-42DB-4A20-888A-010FDA4F1A5A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114A-B7EF-45EB-88E4-F32A2B6A1D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0162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F786A5-42DB-4A20-888A-010FDA4F1A5A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B114A-B7EF-45EB-88E4-F32A2B6A1D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8297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24622"/>
            </a:gs>
            <a:gs pos="100000">
              <a:srgbClr val="FAA605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AB2D46EF-B84A-719D-24E2-354AE046A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1" t="2757" r="2326"/>
          <a:stretch>
            <a:fillRect/>
          </a:stretch>
        </p:blipFill>
        <p:spPr>
          <a:xfrm>
            <a:off x="0" y="1449659"/>
            <a:ext cx="6858000" cy="10742341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118CC05-9D6B-34EE-3E5A-306D161E8775}"/>
              </a:ext>
            </a:extLst>
          </p:cNvPr>
          <p:cNvSpPr txBox="1"/>
          <p:nvPr/>
        </p:nvSpPr>
        <p:spPr>
          <a:xfrm>
            <a:off x="2135458" y="-39205"/>
            <a:ext cx="28324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Aptos Narrow" panose="020B0004020202020204" pitchFamily="34" charset="0"/>
              </a:rPr>
              <a:t>Reader's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FD1F694C-0C6F-3D32-80C5-DA23AC04D5E7}"/>
              </a:ext>
            </a:extLst>
          </p:cNvPr>
          <p:cNvCxnSpPr>
            <a:cxnSpLocks/>
          </p:cNvCxnSpPr>
          <p:nvPr/>
        </p:nvCxnSpPr>
        <p:spPr>
          <a:xfrm>
            <a:off x="-245327" y="1438970"/>
            <a:ext cx="7103327" cy="0"/>
          </a:xfrm>
          <a:prstGeom prst="line">
            <a:avLst/>
          </a:prstGeom>
          <a:ln w="5715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25379C3E-77DB-A914-5C2B-F90767A8344E}"/>
              </a:ext>
            </a:extLst>
          </p:cNvPr>
          <p:cNvCxnSpPr>
            <a:cxnSpLocks/>
          </p:cNvCxnSpPr>
          <p:nvPr/>
        </p:nvCxnSpPr>
        <p:spPr>
          <a:xfrm>
            <a:off x="0" y="7802599"/>
            <a:ext cx="7103327" cy="0"/>
          </a:xfrm>
          <a:prstGeom prst="line">
            <a:avLst/>
          </a:prstGeom>
          <a:ln w="5715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A29879D7-A010-BDE0-3F51-88463710E1F0}"/>
              </a:ext>
            </a:extLst>
          </p:cNvPr>
          <p:cNvSpPr txBox="1"/>
          <p:nvPr/>
        </p:nvSpPr>
        <p:spPr>
          <a:xfrm>
            <a:off x="0" y="-23816"/>
            <a:ext cx="15408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rgbClr val="FFE478"/>
                </a:solidFill>
                <a:latin typeface="Eras Light ITC" panose="020B0402030504020804" pitchFamily="34" charset="0"/>
              </a:rPr>
              <a:t>Simon Köper</a:t>
            </a:r>
          </a:p>
          <a:p>
            <a:r>
              <a:rPr lang="de-DE" sz="2000" b="1" dirty="0">
                <a:solidFill>
                  <a:srgbClr val="FFE478"/>
                </a:solidFill>
                <a:latin typeface="Eras Light ITC" panose="020B0402030504020804" pitchFamily="34" charset="0"/>
              </a:rPr>
              <a:t>Eng 9/1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BCDCF29-2F86-54C8-6502-72FA88516F89}"/>
              </a:ext>
            </a:extLst>
          </p:cNvPr>
          <p:cNvSpPr txBox="1"/>
          <p:nvPr/>
        </p:nvSpPr>
        <p:spPr>
          <a:xfrm>
            <a:off x="2135458" y="597285"/>
            <a:ext cx="2570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4800" dirty="0">
                <a:solidFill>
                  <a:schemeClr val="bg1"/>
                </a:solidFill>
                <a:latin typeface="Aptos Narrow" panose="020B0004020202020204" pitchFamily="34" charset="0"/>
              </a:rPr>
              <a:t>Log</a:t>
            </a:r>
          </a:p>
        </p:txBody>
      </p:sp>
    </p:spTree>
    <p:extLst>
      <p:ext uri="{BB962C8B-B14F-4D97-AF65-F5344CB8AC3E}">
        <p14:creationId xmlns:p14="http://schemas.microsoft.com/office/powerpoint/2010/main" val="2106631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</Words>
  <Application>Microsoft Office PowerPoint</Application>
  <PresentationFormat>Breitbild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Aptos Narrow</vt:lpstr>
      <vt:lpstr>Arial</vt:lpstr>
      <vt:lpstr>Eras Light ITC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Köper</dc:creator>
  <cp:lastModifiedBy>Simon Köper</cp:lastModifiedBy>
  <cp:revision>1</cp:revision>
  <dcterms:created xsi:type="dcterms:W3CDTF">2026-06-13T08:52:56Z</dcterms:created>
  <dcterms:modified xsi:type="dcterms:W3CDTF">2026-06-13T09:12:08Z</dcterms:modified>
</cp:coreProperties>
</file>